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77"/>
    <p:restoredTop sz="94658"/>
  </p:normalViewPr>
  <p:slideViewPr>
    <p:cSldViewPr snapToGrid="0">
      <p:cViewPr varScale="1">
        <p:scale>
          <a:sx n="70" d="100"/>
          <a:sy n="70" d="100"/>
        </p:scale>
        <p:origin x="184" y="1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EA762-B92D-BF42-E30F-EDEB02CA18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952444-56B3-6390-D88B-A5B99A15C2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4362C5-958F-1F7E-EE93-462EE9ECC4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A8577E-53C6-E840-BABD-6D7798A95A38}" type="datetimeFigureOut">
              <a:rPr lang="en-CN" smtClean="0"/>
              <a:t>2026/6/1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4F35B9-6332-9861-0BB2-0FCF111015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E9E165-0BB0-DFD7-DFB5-13B5FA052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B96FB-736F-9043-AFFA-13D48C37ED6A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5133096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2ECB9-0B20-FC21-0170-CE707EF1A5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D9806F-8CFD-4477-7929-2CFD07AA7C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6A63D2-9171-D49F-4085-B6BED1A03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A8577E-53C6-E840-BABD-6D7798A95A38}" type="datetimeFigureOut">
              <a:rPr lang="en-CN" smtClean="0"/>
              <a:t>2026/6/1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CCF0BA-0F7E-5489-2345-E435E0DFAF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D1AC14-768D-6B25-34FA-13FE5E269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B96FB-736F-9043-AFFA-13D48C37ED6A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5023238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E2D98-985E-B9C9-04EB-E7BB79B3B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8B374D-7197-B078-82DD-638CB8E506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CC0009-1717-FE4A-70AA-B69472A056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A8577E-53C6-E840-BABD-6D7798A95A38}" type="datetimeFigureOut">
              <a:rPr lang="en-CN" smtClean="0"/>
              <a:t>2026/6/1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631E16-87B1-49FA-ACA4-494310C6A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B4AEC4-1ACD-4F13-4B38-D4D6EA8A3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B96FB-736F-9043-AFFA-13D48C37ED6A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6463323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9269E7-3450-DD69-43EC-D11FC9B33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048C4A-1AE6-264F-1196-FD2EEE6972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1FD192-B401-BB9F-FFBC-8287CCF075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44CC09-3291-A485-670E-F6DF2D2F3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A8577E-53C6-E840-BABD-6D7798A95A38}" type="datetimeFigureOut">
              <a:rPr lang="en-CN" smtClean="0"/>
              <a:t>2026/6/1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1C5A73-ED89-A0E1-B4F6-74E10DEE6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8D6C0C-39D2-C8DC-62B2-0A3853273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B96FB-736F-9043-AFFA-13D48C37ED6A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0983853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DF8AC-96AE-830A-9D4A-3115C8F85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F9C417-9D7E-4133-EA0E-1E205335A3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170F60-D573-A39A-9EDA-5E3D7A7F6D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1F3CF3-AC84-6F15-896F-E09F2A8659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8E92B8-CC5D-0BDA-27C7-93B1711705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9AD4B9C-666F-D2C0-EF7A-50A14E4E70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A8577E-53C6-E840-BABD-6D7798A95A38}" type="datetimeFigureOut">
              <a:rPr lang="en-CN" smtClean="0"/>
              <a:t>2026/6/1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99F443-6F02-E67E-8E2C-2B6BCEA7B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587CF61-0AB5-5BC2-55F3-668A0ED06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B96FB-736F-9043-AFFA-13D48C37ED6A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3743714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97509-8071-E3F9-306F-5982ED64B4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0A48FE-301E-40E7-D160-A6238A859A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A8577E-53C6-E840-BABD-6D7798A95A38}" type="datetimeFigureOut">
              <a:rPr lang="en-CN" smtClean="0"/>
              <a:t>2026/6/1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9C08FD-5974-A67D-3445-34BC6CCA4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1607DC-A595-CC25-7E61-19AFECB97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B96FB-736F-9043-AFFA-13D48C37ED6A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8813566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B41A37D-682E-76E8-985E-18C7738352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A8577E-53C6-E840-BABD-6D7798A95A38}" type="datetimeFigureOut">
              <a:rPr lang="en-CN" smtClean="0"/>
              <a:t>2026/6/1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146657-4049-A8DA-85F7-887B59C12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E9ECA3-2A18-DD71-6B08-6B9B6F7E6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B96FB-736F-9043-AFFA-13D48C37ED6A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339019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DD1A1-B9C8-B0D2-E59E-5172D4A23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DE85FE-97EB-8488-453F-0F7170C732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2BB4A4-5C87-B8E6-E476-847850D952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C347A9-7F96-77D7-BBD2-621F2276A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A8577E-53C6-E840-BABD-6D7798A95A38}" type="datetimeFigureOut">
              <a:rPr lang="en-CN" smtClean="0"/>
              <a:t>2026/6/1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1527EF-6951-F034-9982-99D437163C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E96B51-F378-19DA-E77D-C471995DF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B96FB-736F-9043-AFFA-13D48C37ED6A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641139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5D26C-132B-85D5-F47E-8D117D9675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8AD820E-CE3B-433B-C931-A1860A735A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20FE8F-499B-55AC-CF39-D3DD3F0ABE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45EE8E-7BA3-413F-2802-A54ED404A9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A8577E-53C6-E840-BABD-6D7798A95A38}" type="datetimeFigureOut">
              <a:rPr lang="en-CN" smtClean="0"/>
              <a:t>2026/6/1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6A3C1A-34D5-F828-B0E5-95CE23039F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279267-1666-DDD0-8EA8-1C4209FE2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B96FB-736F-9043-AFFA-13D48C37ED6A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110414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12B9A-2B02-655D-357C-E7032844F7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0864B0-32A7-5F85-6D18-6FBAF3AE3B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C82254-35D2-4E6E-3258-0A6266E1FA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A8577E-53C6-E840-BABD-6D7798A95A38}" type="datetimeFigureOut">
              <a:rPr lang="en-CN" smtClean="0"/>
              <a:t>2026/6/1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B98663-7597-9C2F-B779-62D865EB9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0BD4BF-7684-001C-C0B6-94D8EDE23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B96FB-736F-9043-AFFA-13D48C37ED6A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6726348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EF0D929-379E-C6ED-C6E5-C048064FA4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02C926-DEF0-04B0-ED00-A8153338E9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644002-F1DE-0C75-C131-46F21F24EB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A8577E-53C6-E840-BABD-6D7798A95A38}" type="datetimeFigureOut">
              <a:rPr lang="en-CN" smtClean="0"/>
              <a:t>2026/6/1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75874E-50E8-1A41-72D7-82876B6086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88B5AD-2060-F107-D424-6AC53B90F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B96FB-736F-9043-AFFA-13D48C37ED6A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2255290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C384680-0EDE-0134-8783-39AF6EF724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74D50D-2061-A691-9BAB-9D225ED1DD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02A779-07F0-9CB3-3CD5-B3C23A9A1E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A8577E-53C6-E840-BABD-6D7798A95A38}" type="datetimeFigureOut">
              <a:rPr lang="en-CN" smtClean="0"/>
              <a:t>2026/6/1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C4B499-6C23-C8B4-E254-74440A325D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1E22A4-3338-5829-150E-9EA99D5ACC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8B96FB-736F-9043-AFFA-13D48C37ED6A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674783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9745119-A601-3B6D-21ED-F9D4657BBE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2620" y="59534"/>
            <a:ext cx="3962772" cy="38595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952D033-0318-3F1D-D4BE-E22F49B99D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1106" y="3882532"/>
            <a:ext cx="4144671" cy="280644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C529CF4-91DE-EDE6-776F-4426C5DCFD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8098" y="132444"/>
            <a:ext cx="4835730" cy="6468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56607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Hui Wang</dc:creator>
  <cp:lastModifiedBy>Hui Wang</cp:lastModifiedBy>
  <cp:revision>1</cp:revision>
  <dcterms:created xsi:type="dcterms:W3CDTF">2026-06-01T14:10:24Z</dcterms:created>
  <dcterms:modified xsi:type="dcterms:W3CDTF">2026-06-01T14:15:22Z</dcterms:modified>
</cp:coreProperties>
</file>